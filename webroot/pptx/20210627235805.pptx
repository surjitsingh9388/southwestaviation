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872559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5.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2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2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81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4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4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3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75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4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3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6">
  <a:themeElements>
    <a:clrScheme name="Theme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6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