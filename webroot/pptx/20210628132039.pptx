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presProps" Target="presProps.xml"/>
  <Relationship Id="rId8" Type="http://schemas.openxmlformats.org/officeDocument/2006/relationships/viewProps" Target="viewProps.xml"/>
  <Relationship Id="rId9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20712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5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REON AIR CONDITIONING SYSTEM CONDENSER/COMPRESSOR ELECTRICAL MOTOR - INSPECT BRUS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06/2019 Hours: 6365.4 Cycles: 49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5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32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ATTACHMENT OF THE CABLES TO THE COCKPIT SEC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CHECK PLA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INSPECT THE ATTACHMENT OF THE CABLES TO THE COCKPIT SECTORS (CONTROL WHEELS).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30/2010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5218.3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1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75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Cycles: 549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5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1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5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2 Hours: 696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7-20-13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4-09-04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69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5 R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249 R3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,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5">
  <a:themeElements>
    <a:clrScheme name="Theme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5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5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4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2021-06-28T18:20:39Z</dcterms:created>
  <dcterms:modified xsi:type="dcterms:W3CDTF">2021-06-28T18:20:39Z</dcterms:modified>
  <dc:title>Untitled Presentation</dc:title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