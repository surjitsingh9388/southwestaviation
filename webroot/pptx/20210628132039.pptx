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667500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presProps" Target="presProps.xml"/>
  <Relationship Id="rId8" Type="http://schemas.openxmlformats.org/officeDocument/2006/relationships/viewProps" Target="viewProps.xml"/>
  <Relationship Id="rId9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313920712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ogo1.png"/>
  <Relationship Id="rId3" Type="http://schemas.openxmlformats.org/officeDocument/2006/relationships/image" Target="../media/background_0.jp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95250" y="5715000"/>
          <a:ext cx="3905250" cy="6667500"/>
          <a:chOff x="95250" y="5715000"/>
          <a:chExt cx="3905250" cy="6667500"/>
        </a:xfrm>
      </p:grpSpPr>
      <p:pic>
        <p:nvPicPr>
          <p:cNvPr id="1" name="SWAS Logo" descr="SWA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5715000"/>
            <a:ext cx="3810000" cy="952500"/>
          </a:xfrm>
          <a:prstGeom prst="rect">
            <a:avLst/>
          </a:prstGeom>
          <a:effectLst>
            <a:outerShdw blurRad="57150" dist="95250" dir="2700000" algn="br" rotWithShape="0">
              <a:srgbClr val="000000">
                <a:alpha val="50%"/>
              </a:srgbClr>
            </a:outerShdw>
          </a:effectLst>
        </p:spPr>
      </p:pic>
    </p:spTree>
  </p:cSld>
  <p:clrMapOvr>
    <a:masterClrMapping/>
  </p:clrMapOvr>
  <p:transition advClick="0" advTm="5000">
    <p:cover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12001500" cy="2047875"/>
          <a:chOff x="142875" y="142875"/>
          <a:chExt cx="12001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11858625" cy="1905000"/>
        </p:xfrm>
        <a:graphic>
          <a:graphicData uri="http://schemas.openxmlformats.org/drawingml/2006/table">
            <a:tbl>
              <a:tblPr firstRow="1" bandRow="1"/>
              <a:tblGrid>
                <a:gridCol w="952500"/>
                <a:gridCol w="762000"/>
                <a:gridCol w="1333500"/>
                <a:gridCol w="3476625"/>
                <a:gridCol w="1143000"/>
                <a:gridCol w="1000125"/>
                <a:gridCol w="1000125"/>
                <a:gridCol w="1143000"/>
                <a:gridCol w="1047750"/>
              </a:tblGrid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 gridSpan="9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3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57150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]]></a:t>
                      </a:r>
                    </a:p>
                  </a:txBody>
                  <a:tcPr anchor="ctr" marL="57150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 Day VOR Check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 DAY VOR CHECK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/25/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-Jun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Days: -4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1-51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FREON AIR CONDITIONING SYSTEM CONDENSER/COMPRESSOR ELECTRICAL MOTOR - INSPECT BRUSHE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8/06/2019 Hours: 6365.4 Cycles: 499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5.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0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4-3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STARTER/GENERATOR - LEAR SIEGLER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12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Hours: -32.9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4-31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AIN BATTERY - CONCORDE - CAPACITY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10/2020 Hours: 6730.5 Cycles: 532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Jun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2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OUTBOARD FLAP TRANSMISSION SHAFT #5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8.1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OUTBOARD FLAP TRANSMISSION SHAFT #6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8.1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OUTBOARD FLAP TRANSMISSION SHAFT #5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8.1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OUTBOARD FLAP TRANSMISSION SHAFT #6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8.1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UDDER CONTROL SYSTEM - INSPECT THE CABLES PASSAGES THROUGH THE REAR PRESSURIZED BULKHEAD SECTION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112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67.1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12001500" cy="2047875"/>
          <a:chOff x="142875" y="142875"/>
          <a:chExt cx="12001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11858625" cy="1905000"/>
        </p:xfrm>
        <a:graphic>
          <a:graphicData uri="http://schemas.openxmlformats.org/drawingml/2006/table">
            <a:tbl>
              <a:tblPr firstRow="1" bandRow="1"/>
              <a:tblGrid>
                <a:gridCol w="952500"/>
                <a:gridCol w="762000"/>
                <a:gridCol w="1333500"/>
                <a:gridCol w="3476625"/>
                <a:gridCol w="1143000"/>
                <a:gridCol w="1000125"/>
                <a:gridCol w="1000125"/>
                <a:gridCol w="1143000"/>
                <a:gridCol w="1047750"/>
              </a:tblGrid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 gridSpan="9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3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57150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]]></a:t>
                      </a:r>
                    </a:p>
                  </a:txBody>
                  <a:tcPr anchor="ctr" marL="57150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UDDER CONTROL SYSTEM - INSPECT THE ATTACHMENT OF THE CABLES TO THE COCKPIT SECTOR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112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67.1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LERON CONTROL SYSTEM - CHECK PLAY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1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112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67.1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LERON CONTROL SYSTEM - INSPECT THE ATTACHMENT OF THE CABLES TO THE COCKPIT SECTORS (CONTROL WHEELS). INSPECT THE CABLES PASSAGES THROUGH THE REAR PRESSURIZED BULKHEAD SECTION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30/2010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112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67.1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8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STANDBY FUEL BOOSTER PUMP - PARKER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5218.3 Cycles: 517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3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097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51.7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30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WING A/I PROTECTION VALVES - BARBER COLEMA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6497.1 Cycles: 517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3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021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75.7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2-0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ANDING GEAR - LUBRICAT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Cycles: 18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Cycles: 1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Cycles: 549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5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2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Cycles: 1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FAR 91.34-61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GPS/FMS DATABASE UPDATE IAW AC90-1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/19/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2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6-Jun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12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6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61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PROPELLER OVERSPEED GOVERNOR - WOODWARD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6496.6 Cycles: 517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5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090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45.4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6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61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PROPELLERS - LUBRICAT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26/2021 Hours: 6818.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15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2 Hours: 6968.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9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3 ]]></a:t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3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D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D-2017-20-13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CURRENT 200 FH Flight Control Tap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8/20/2019 Hours: 6384.2 Cycles: 501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84.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38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12001500" cy="2047875"/>
          <a:chOff x="142875" y="142875"/>
          <a:chExt cx="12001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11858625" cy="1905000"/>
        </p:xfrm>
        <a:graphic>
          <a:graphicData uri="http://schemas.openxmlformats.org/drawingml/2006/table">
            <a:tbl>
              <a:tblPr firstRow="1" bandRow="1"/>
              <a:tblGrid>
                <a:gridCol w="952500"/>
                <a:gridCol w="762000"/>
                <a:gridCol w="1333500"/>
                <a:gridCol w="3476625"/>
                <a:gridCol w="1143000"/>
                <a:gridCol w="1000125"/>
                <a:gridCol w="1000125"/>
                <a:gridCol w="1143000"/>
                <a:gridCol w="1047750"/>
              </a:tblGrid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 gridSpan="9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3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57150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]]></a:t>
                      </a:r>
                    </a:p>
                  </a:txBody>
                  <a:tcPr anchor="ctr" marL="57150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D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D-2014-09-04 PART A2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teering Manifold - Leakage Test RECURRENT Part A2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26/2021 Hours: 6818.7 Cycles: 539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6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83.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38.3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-80-0457 R1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P180 Avanti II (SAFRAN LG): TAT Probe Heater Inhibition on Ground.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4/30/2019 Hours: 6755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24 Hours: 6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Apr-2021 Hours: 7415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Months: -1 ]]></a:t>
                      </a: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Days: -29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469.7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-80-0455 R2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CURRENT 200 FH Flight Control Tap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8/20/2019 Hours: 6384.2 Cycles: 501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84.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38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-80-0249 R3 PART A2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teering Manifold - Leakage Test, RECURRENT Part A2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26/2021 Hours: 6818.7 Cycles: 539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6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83.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38.3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theme/theme1.xml><?xml version="1.0" encoding="utf-8"?>
<a:theme xmlns:a="http://schemas.openxmlformats.org/drawingml/2006/main" name="Theme5">
  <a:themeElements>
    <a:clrScheme name="Theme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5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5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