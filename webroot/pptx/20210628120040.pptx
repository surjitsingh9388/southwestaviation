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1591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21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RTER/GENERATOR: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09/2019 Hours: 5983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27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9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: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09/2019 Hours: 5983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27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9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7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TAIL TRIM ACTUATOR (HTTA) - VIVKERS/ELECTROME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20/2017 Hours: 5979.6 Cycles: 45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2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Upd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3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AT Heater Inhibition on Groun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6/2019 Hours: 5983.2 Cycles: 45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6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6643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17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35">
  <a:themeElements>
    <a:clrScheme name="Theme3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2021-06-28T17:00:40Z</dcterms:created>
  <dcterms:modified xsi:type="dcterms:W3CDTF">2021-06-28T17:00:40Z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