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036497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Airfram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a Airframe INSPECTION DISP:5-2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"A" 200 FH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04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20-00 Airframe INSPECTION DISP:OPERATIONA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CKPIT BLOWER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 BRUSH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RTER/GENERATOR AIR COOLING DUCTS - INSPECT FOR GENERAL CONDITION, PRESENCE OF KINK, DAMAGES AND OBSTUCTIONS. INSPECT THE COOLING DUCT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 BRUSHES, BRUSH HOLDERS, AND SPRING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INSPECT GROUNDING CONNECTION. INSPECT PLATE AND BAY FOR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ORTABLE FIRE EXTINGUISHER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4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TRIM SYSTEM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LUBRIC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BOARD FLAP SCREWJACK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85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INSPECT FOR SLOT CLEANLINESS AND FREEDOM OF MOVEMENT OF THE ANGLE OF ATTACK TRANSMITT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LL WARNING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9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YDRAULIC PRESSURIZATION LINES - INSPECT FITTINGS AND THE 4-WAY CONNECTOR FOR SECURITY OF INSTALLATION. REMOVE AND CLEAN RELIEF VALVE, CHECK VALVE AND ORIFIC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0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ACELLES INERTIAL SEPARATOR VANES - VISUAL INSPECTION OF ALL HONEYCOMB BASED STRUCTURES/PANEL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OPERATIONAL TEST INCLUDING HAND PUMP GEAR EXS CHECK FOR PROPER OPER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50-00 Airframe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FILTER - FACET ENTERPRISE - REPLACE FILTER EL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IRES - INSPECT FOR WEAR, CUTS, INFLATION, CLENLINESS, AND EVIDENCE OF DAM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STRUTS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STRUT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WHEEL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3-00-00 Airframe INSPECTION DISP: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NAL LIGHTS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1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9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6-11-00 Airframe INSPECTION DISP: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DOOR SEAL INFLATING SYSTEM - DRAI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1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- CHECK THE FUSELAGE EXTERNAL DRAIN POINTS AND DRAIN THE BEL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0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ASSEMBLY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- VISUAL INSPECTION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7-4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WING LEADING EDGES (POLISHED) - VISUAL EXTERNAL INSPECTION SURFACE FOR CORROSION/OXIDATION AND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S AND VIBRATION ISOLATORS - INSPECT ENGINES MOUNTS CRADLE AND THE VIBRATION ISOLA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 ELECTRICAL BONDING CONNECTIONS - INSPECT THE ENGINES MOUNTS ELECTRICAL BONDING FOR DAMAGE, SECURITY OF INSTALLATION, AND AABSENCE OF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Hours: 6901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2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-10-00.72-00-00 Engine 2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7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2 INSPECTION DISP:BORESCOP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ERIODIC BORESCOPE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2-00-00 Engine 1 INSPECTION DISP:HSI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00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4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OWER TURBINE BLAD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1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INLET SCRE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1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OUTLET FILTER -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8 Hours: 8680 Cycles: 666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5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00-00 Engine 2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NOZZLE LEAK AND FUNCTION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INLET SCREE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5/2013 Hours: 8736.2 Cycles: 666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736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35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 Engine 2 INSPECTION DISP:LIFE LIM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OUTLET FILTER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163.6 Cycles: 714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3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IGNITION CABL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B & OB SPARK IGNITE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4-1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IGNITION EXCITER ASSEMB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9219.8 Cycles: 71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19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.2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424 Cycles: 73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2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OIL SCAVENGE PUMP INLET SCREEN -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00.6 Cycles: 74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655.2 Cycles: 663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655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4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9367.8 Cycles: 72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6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00-00 Engine 1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SCAVENGE PUMP INLET SCREEN INSPECTION (LOW HUMIDITY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44.4 Cycles: 739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23/2017 Hours: 8599 Cycles: 660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959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4.6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8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3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00 Airframe SB - 8 DISP:RECURR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art B  First Outboard Flap Control Rod Inspection - Part B - RECURRENT Inspection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878.1 Cycles: 54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Cycles: 2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01.5 Cycles: 55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4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Cycles: 1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2021-05-18T14:38:16Z</dcterms:created>
  <dcterms:modified xsi:type="dcterms:W3CDTF">2021-05-18T14:38:16Z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