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presProps" Target="presProps.xml"/>
  <Relationship Id="rId7" Type="http://schemas.openxmlformats.org/officeDocument/2006/relationships/viewProps" Target="viewProps.xml"/>
  <Relationship Id="rId8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1237279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ogo1.png"/>
  <Relationship Id="rId3" Type="http://schemas.openxmlformats.org/officeDocument/2006/relationships/image" Target="../media/background_0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95250" y="5715000"/>
          <a:ext cx="3905250" cy="6667500"/>
          <a:chOff x="95250" y="5715000"/>
          <a:chExt cx="3905250" cy="6667500"/>
        </a:xfrm>
      </p:grpSpPr>
      <p:pic>
        <p:nvPicPr>
          <p:cNvPr id="1" name="SWAS Logo" descr="SWA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5715000"/>
            <a:ext cx="3810000" cy="952500"/>
          </a:xfrm>
          <a:prstGeom prst="rect">
            <a:avLst/>
          </a:prstGeom>
          <a:effectLst>
            <a:outerShdw blurRad="57150" dist="95250" dir="2700000" algn="br" rotWithShape="0">
              <a:srgbClr val="000000">
                <a:alpha val="50%"/>
              </a:srgbClr>
            </a:outerShdw>
          </a:effectLst>
        </p:spPr>
      </p:pic>
    </p:spTree>
  </p:cSld>
  <p:clrMapOvr>
    <a:masterClrMapping/>
  </p:clrMapOvr>
  <p:transition advClick="0" advTm="5000">
    <p:cover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 Airframe INSPECTION DISP:FAR 91.171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25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1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0-00 Airframe INSPECTION DISP:OVERHAU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STARTER/GENERATOR - LEAR SIEGL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7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1-00 Airframe INSPECTION DISP: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AIN BATTERY - CONCORDE - CAPACITY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10/2020 Hours: 6730.5 Cycles: 532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0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OUTBOARD FLAP TRANSMISSION SHAFT #5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68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OUTBOARD FLAP TRANSMISSION SHAFT #6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68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OUTBOARD FLAP TRANSMISSION SHAFT #5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68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OUTBOARD FLAP TRANSMISSION SHAFT #6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68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30-10-00 Airframe INSPECTION DISP:OVERHAU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WING A/I PROTECTION VALVES - BARBER COLEMA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7.1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3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21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25.8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AR 91.34-61-00 Airframe INSPECTION DISP:AS REQUIRED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GPS/FMS DATABASE UPDATE IAW AC90-1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19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6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61-20-00 Airframe INSPECTION DISP:OVERHAU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PROPELLER OVERSPEED GOVERNOR - WOODWARD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6.6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5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90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5.5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57 R1 Airframe SB - 8 DISP:OPE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180 Avanti II (SAFRAN LG): TAT Probe Heater Inhibition on Ground.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30/2019 Hours: 675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Hours: 6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Hours: 741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7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11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19.8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theme/theme1.xml><?xml version="1.0" encoding="utf-8"?>
<a:theme xmlns:a="http://schemas.openxmlformats.org/drawingml/2006/main" name="Theme58">
  <a:themeElements>
    <a:clrScheme name="Theme5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8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3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2021-06-10T20:21:57Z</dcterms:created>
  <dcterms:modified xsi:type="dcterms:W3CDTF">2021-06-10T20:21:57Z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