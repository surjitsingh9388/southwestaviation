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Default Extension="gif" ContentType="image/gif"/>
  <Default Extension="jpg" ContentType="image/jpeg"/>
  <Default Extension="jpeg" ContentType="image/jpeg"/>
  <Default Extension="png" ContentType="image/png"/>
  <Default Extension="xlsx" ContentType="application/vnd.openxmlformats-officedocument.spreadsheetml.sheet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667500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presProps" Target="presProps.xml"/>
  <Relationship Id="rId10" Type="http://schemas.openxmlformats.org/officeDocument/2006/relationships/viewProps" Target="viewProps.xml"/>
  <Relationship Id="rId11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313920390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24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ogo1.png"/>
  <Relationship Id="rId3" Type="http://schemas.openxmlformats.org/officeDocument/2006/relationships/image" Target="../media/background_0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95250" y="5715000"/>
          <a:ext cx="3905250" cy="6667500"/>
          <a:chOff x="95250" y="5715000"/>
          <a:chExt cx="3905250" cy="6667500"/>
        </a:xfrm>
      </p:grpSpPr>
      <p:pic>
        <p:nvPicPr>
          <p:cNvPr id="1" name="SWAS Logo" descr="SWA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" y="5715000"/>
            <a:ext cx="3810000" cy="952500"/>
          </a:xfrm>
          <a:prstGeom prst="rect">
            <a:avLst/>
          </a:prstGeom>
          <a:effectLst>
            <a:outerShdw blurRad="57150" dist="95250" dir="2700000" algn="br" rotWithShape="0">
              <a:srgbClr val="000000">
                <a:alpha val="50%"/>
              </a:srgbClr>
            </a:outerShdw>
          </a:effectLst>
        </p:spPr>
      </p:pic>
    </p:spTree>
  </p:cSld>
  <p:clrMapOvr>
    <a:masterClrMapping/>
  </p:clrMapOvr>
  <p:transition advClick="0" advTm="5000">
    <p:cover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13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3-Jul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1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M GROUP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M GROUP COMPLIAN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1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M GROUP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M GROUP COMPLIAN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19/2020 Hours: 7780.6 Cycles: 60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M GROUP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M GROUP COMPLIAN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02/201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4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 135.185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 WEIGHING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05/2018 Hours: 7353.2 Cycles: 574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3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1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RESSURIZATION SYSTEM PRIMARY OUTFLOW VALVE FILTER ELEMENT - ALLIED SIGNAL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02/2019 Hours: 7530.6 Cycles: 591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8130.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0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1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ABIN BAROMETRIC PRESSURE SWITCH - TEST BENCH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02/2019 Hours: 7530.6 Cycles: 591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ABIN BLOWER (INCLUDING BRUSHES) - ELECTROMECH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27/2012 Hours: 5774.1 Cycles: 45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4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8174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64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2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UTOPILOT SYSTEM - INSPECT THE F.G.P. FOR GENERAL CONDITION AND SECURITY OF INSTALL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24/2019 Hours: 7610.1 Cycles: 592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Hours: 8210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2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UTOPILOT SYSTEM - INSPECT FOR GENERAL CONDITION AND SECURITY OF INSTALL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24/2019 Hours: 7610.1 Cycles: 592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Hours: 8210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3-7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VR UNDERWATER ACOUSTIC BEACON DUKANE DK120 - CLEAN AND PERFORM BATTERY CHECK - PERFORM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02/2019 Hours: 7530.6 Cycles: 591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BATTERY - CONCORDE - CAPACITY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7911.6 Cycles: 618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5-6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LT (AF) TYPE 503 - TECHTEST - OPERA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5/2021 Hours: 7975.4 Cycles: 622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5-6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MERGENCY LOCATOR TRANSMITTER (ELT) - 12 MONTH INSPECTION - FAR 91.207(d)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19/2020 Hours: 7780.6 Cycles: 60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y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8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MAIN FUEL BOOSTER PUMP - PARK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7/2012 Hours: 5774.1 Cycles: 45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8274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4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8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MAIN FUEL BOOSTER PUMP - PARK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7/2012 Hours: 5774.1 Cycles: 45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8274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4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8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STANDBY FUEL BOOSTER PUMP - PARK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7/2012 Hours: 5774.1 Cycles: 45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8274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4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8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STANDBY FUEL BOOSTER PUMP - PARK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7/2012 Hours: 5774.1 Cycles: 45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8274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4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32-4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NOSE LANDING GEAR (NLG) WHEELS - BF GOODRICH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03/2017 Hours: 7344.1 Cycles: 573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ycles: 15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ycles: 638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Cycles: 7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32-4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NOSE LANDING GEAR (NLG) WHEELS - BF GOODRICH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03/2017 Hours: 7344.1 Cycles: 573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ycles: 15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ycles: 638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Cycles: 7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-00-00.32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OSE LANDING GEAR (NLG) MAIN FITTING - DOWT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05/2018 Hours: 73453.2 Cycles: 574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ycles: 685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ycles: 629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Cycles: -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-00-00.32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OSE LANDING GEAR (NLG) MAIN FITTING - DOWT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05/2018 Hours: 73453.2 Cycles: 574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ycles: 685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ycles: 629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Cycles: -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-91.34-6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GPS/FMS DATABASE UPDATE IAW AC90-1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17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4-Jul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16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4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ATIC PORTS (RVSM OPERATIONS) - OUTER PLATE AND INNER PORT STEP HEIGHT MEASUREMEN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02/2019 Hours: 7530.6 Cycles: 591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4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GNETIC COMPASS - INSPECT FOR GENERAL CONDITION. ADJUSTMENT/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02/2019 Hours: 7530.6 Cycles: 591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5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XYGEN BAROMETRIC PRESSURE SWITCH - CABIN BAROMETRIC PRESSURE SWITCH - BENCH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6/02/2019 Hours: 7530.6 Cycles: 591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-00-00.35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XYGEN CYLINDER - SCOTT AVIA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7/01/2006 Hours: 7344.1 Cycles: 573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8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Jul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Months: 1 ]]></a:t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6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PROPELLER OVERSPEED GOVERNOR - WOODWARD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04/2019 Hours: 7698.9 Cycles: 601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5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8293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83.6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61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PROPELLER - HARTZELL - BLADE INSPECTION AND CORROSION REMOVAL IF NECESSAR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2/03/2021 Hours: 5822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-Feb-2022 Hours: 6022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7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5 ]]></a:t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8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POWER TURBINE BLADES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9823 Cycles: 740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2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MINOR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7014.9 Cycles: 53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214.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FUEL PUMP INLET SCREEN -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7014.9 Cycles: 53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214.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FUEL PUMP OUTLET FILTER REPLACEMEN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7014.9 Cycles: 53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214.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73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P3 FILTER CLEAN OR REPLAC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7/16/2011 Hours: 6263.5 Cycles: 482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2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50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7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9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OIL FILTER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7014.9 Cycles: 53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214.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7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180 Avanti II (SAFRAN LG): TAT Probe Heater Inhibition on Ground.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30/2019 Hours: 7497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8157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9 ]]></a:t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47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7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180 Avanti II (SAFRAN LG): TAT Probe Heater Inhibition on Ground.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30/2019 Hours: 7497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8157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9 ]]></a:t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47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MM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FUEL PUMP INLET SCREEN -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9823 Cycles: 740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2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MM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MINOR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9823 Cycles: 740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2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MM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7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P3 FILTER - CLEAN AND 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9823 Cycles: 740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2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MM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- FUEL PUMP OUTLET FILTER - REPLACEMEN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9823 Cycles: 740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2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MM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3-10-07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P3 FILTER - CLEAN AND INSPEC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7014.9 Cycles: 53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214.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MM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2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ENGINE - POWER TURBINE BLADES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7014.9 Cycles: 538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214.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0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EMM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79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ENGINE OIL FILTER - INSPECTIO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1/2020 Hours: 9823 Cycles: 740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2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.5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theme/theme1.xml><?xml version="1.0" encoding="utf-8"?>
<a:theme xmlns:a="http://schemas.openxmlformats.org/drawingml/2006/main" name="Theme39">
  <a:themeElements>
    <a:clrScheme name="Theme39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39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39">
      <a:fillStyleLst>
        <a:solidFill>
          <a:schemeClr val="phClr"/>
        </a:solidFill>
        <a:gradFill rotWithShape="1">
          <a:gsLst>
            <a:gs pos="0%">
              <a:schemeClr val="phClr">
                <a:tint val="50%"/>
                <a:satMod val="300%"/>
              </a:schemeClr>
            </a:gs>
            <a:gs pos="35%">
              <a:schemeClr val="phClr">
                <a:tint val="37%"/>
                <a:satMod val="300%"/>
              </a:schemeClr>
            </a:gs>
            <a:gs pos="100%">
              <a:schemeClr val="phClr">
                <a:tint val="15%"/>
                <a:satMod val="350%"/>
              </a:schemeClr>
            </a:gs>
          </a:gsLst>
          <a:lin ang="16200000" scaled="1"/>
        </a:gradFill>
        <a:gradFill rotWithShape="1">
          <a:gsLst>
            <a:gs pos="0%">
              <a:schemeClr val="phClr">
                <a:shade val="51%"/>
                <a:satMod val="130%"/>
              </a:schemeClr>
            </a:gs>
            <a:gs pos="80%">
              <a:schemeClr val="phClr">
                <a:shade val="93%"/>
                <a:satMod val="130%"/>
              </a:schemeClr>
            </a:gs>
            <a:gs pos="100%">
              <a:schemeClr val="phClr">
                <a:shade val="94%"/>
                <a:satMod val="135%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%"/>
              <a:satMod val="105%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%">
              <a:schemeClr val="phClr">
                <a:tint val="40%"/>
                <a:satMod val="350%"/>
              </a:schemeClr>
            </a:gs>
            <a:gs pos="40%">
              <a:schemeClr val="phClr">
                <a:tint val="45%"/>
                <a:shade val="99%"/>
                <a:satMod val="350%"/>
              </a:schemeClr>
            </a:gs>
            <a:gs pos="100%">
              <a:schemeClr val="phClr">
                <a:shade val="20%"/>
                <a:satMod val="255%"/>
              </a:schemeClr>
            </a:gs>
          </a:gsLst>
          <a:path path="circle">
            <a:fillToRect b="180%" l="50%" r="50%" t="-80%"/>
          </a:path>
        </a:gradFill>
        <a:gradFill rotWithShape="1">
          <a:gsLst>
            <a:gs pos="0%">
              <a:schemeClr val="phClr">
                <a:tint val="80%"/>
                <a:satMod val="300%"/>
              </a:schemeClr>
            </a:gs>
            <a:gs pos="100%">
              <a:schemeClr val="phClr">
                <a:shade val="30%"/>
                <a:satMod val="200%"/>
              </a:schemeClr>
            </a:gs>
          </a:gsLst>
          <a:path path="circle">
            <a:fillToRect b="50%" l="50%" r="50%" t="50%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6</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" baseType="lpstr">
      <vt:lpstr>Office Theme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Unknown Creator</dc:creator>
  <cp:lastModifiedBy>Unknown Creator</cp:lastModifiedBy>
  <dcterms:created xsi:type="dcterms:W3CDTF">2021-06-28T18:15:17Z</dcterms:created>
  <dcterms:modified xsi:type="dcterms:W3CDTF">2021-06-28T18:15:17Z</dcterms:modified>
  <dc:title>Untitled Presentation</dc:title>
  <dc:description/>
  <dc:subject/>
  <cp:keywords/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