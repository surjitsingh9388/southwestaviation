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presProps" Target="presProps.xml"/>
  <Relationship Id="rId8" Type="http://schemas.openxmlformats.org/officeDocument/2006/relationships/viewProps" Target="viewProps.xml"/>
  <Relationship Id="rId9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544841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5.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27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7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1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Cycles: 549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7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8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7-20-13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4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4-09-04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3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75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5 R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4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249 R3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,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3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27">
  <a:themeElements>
    <a:clrScheme name="Theme2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7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7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