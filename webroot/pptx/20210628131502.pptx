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667500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presProps" Target="presProps.xml"/>
  <Relationship Id="rId6" Type="http://schemas.openxmlformats.org/officeDocument/2006/relationships/viewProps" Target="viewProps.xml"/>
  <Relationship Id="rId7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313920375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ogo1.png"/>
  <Relationship Id="rId3" Type="http://schemas.openxmlformats.org/officeDocument/2006/relationships/image" Target="../media/background_0.jp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95250" y="5715000"/>
          <a:ext cx="3905250" cy="6667500"/>
          <a:chOff x="95250" y="5715000"/>
          <a:chExt cx="3905250" cy="6667500"/>
        </a:xfrm>
      </p:grpSpPr>
      <p:pic>
        <p:nvPicPr>
          <p:cNvPr id="1" name="SWAS Logo" descr="SWA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" y="5715000"/>
            <a:ext cx="3810000" cy="952500"/>
          </a:xfrm>
          <a:prstGeom prst="rect">
            <a:avLst/>
          </a:prstGeom>
          <a:effectLst>
            <a:outerShdw blurRad="57150" dist="95250" dir="2700000" algn="br" rotWithShape="0">
              <a:srgbClr val="000000">
                <a:alpha val="50%"/>
              </a:srgbClr>
            </a:outerShdw>
          </a:effectLst>
        </p:spPr>
      </p:pic>
    </p:spTree>
  </p:cSld>
  <p:clrMapOvr>
    <a:masterClrMapping/>
  </p:clrMapOvr>
  <p:transition advClick="0" advTm="5000">
    <p:cover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12001500" cy="2047875"/>
          <a:chOff x="142875" y="142875"/>
          <a:chExt cx="12001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11858625" cy="1905000"/>
        </p:xfrm>
        <a:graphic>
          <a:graphicData uri="http://schemas.openxmlformats.org/drawingml/2006/table">
            <a:tbl>
              <a:tblPr firstRow="1" bandRow="1"/>
              <a:tblGrid>
                <a:gridCol w="952500"/>
                <a:gridCol w="762000"/>
                <a:gridCol w="1333500"/>
                <a:gridCol w="3476625"/>
                <a:gridCol w="1143000"/>
                <a:gridCol w="1000125"/>
                <a:gridCol w="1000125"/>
                <a:gridCol w="1143000"/>
                <a:gridCol w="1047750"/>
              </a:tblGrid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 gridSpan="9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3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57150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]]></a:t>
                      </a:r>
                    </a:p>
                  </a:txBody>
                  <a:tcPr anchor="ctr" marL="57150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8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5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FAR 91.171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 DAY VOR CHECK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4/21/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1-May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Months: -1 ]]></a:t>
                      </a:r>
                      <a:r>
                        <a:rPr lang="en-US" sz="10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Days: -7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8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24-3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STARTER/GENERATOR: LEAR SIEGLER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7/09/2019 Hours: 5983.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274.9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49.5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8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24-3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STARTER/GENERATOR: LEAR SIEGLER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7/09/2019 Hours: 5983.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274.9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49.5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8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27-4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RIZONTAL TAIL TRIM ACTUATOR (HTTA) - VIVKERS/ELECTROMECH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7/20/2017 Hours: 5979.6 Cycles: 452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97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Hours: -28.3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8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FAR 91.34-61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GPS/FMS Update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/19/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2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6-Jun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12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8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B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B-80-043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AT Heater Inhibition on Ground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16/2019 Hours: 5983.2 Cycles: 452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6 Hours: 6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Apr-2021 Hours: 6643.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Months: -1 ]]></a:t>
                      </a:r>
                      <a:r>
                        <a:rPr lang="en-US" sz="10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Days: -29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517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theme/theme1.xml><?xml version="1.0" encoding="utf-8"?>
<a:theme xmlns:a="http://schemas.openxmlformats.org/drawingml/2006/main" name="Theme95">
  <a:themeElements>
    <a:clrScheme name="Theme9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95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95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2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2021-06-28T18:15:02Z</dcterms:created>
  <dcterms:modified xsi:type="dcterms:W3CDTF">2021-06-28T18:15:02Z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