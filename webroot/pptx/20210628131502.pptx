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presProps" Target="presProps.xml"/>
  <Relationship Id="rId6" Type="http://schemas.openxmlformats.org/officeDocument/2006/relationships/viewProps" Target="viewProps.xml"/>
  <Relationship Id="rId7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920375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17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21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RTER/GENERATOR: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7/09/2019 Hours: 5983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27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49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: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7/09/2019 Hours: 5983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27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49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7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TAIL TRIM ACTUATOR (HTTA) - VIVKERS/ELECTROME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7/20/2017 Hours: 5979.6 Cycles: 45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28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Upd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8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3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AT Heater Inhibition on Groun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6/2019 Hours: 5983.2 Cycles: 45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6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6643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17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95">
  <a:themeElements>
    <a:clrScheme name="Theme9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95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95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