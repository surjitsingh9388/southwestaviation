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presProps" Target="presProps.xml"/>
  <Relationship Id="rId7" Type="http://schemas.openxmlformats.org/officeDocument/2006/relationships/viewProps" Target="viewProps.xml"/>
  <Relationship Id="rId8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2373617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 Airframe INSPECTION DISP: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0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25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1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19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40">
  <a:themeElements>
    <a:clrScheme name="Theme4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4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40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3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2021-06-10T20:35:44Z</dcterms:created>
  <dcterms:modified xsi:type="dcterms:W3CDTF">2021-06-10T20:35:44Z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