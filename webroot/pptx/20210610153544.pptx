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237361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 Airframe INSPECTION DISP:FAR 91.17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5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7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 Airframe INSPECTION DISP: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0/2020 Hours: 6730.5 Cycles: 53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0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8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8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8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8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0-1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WING A/I PROTECTION VALVES - BARBER COLEMA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21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25.8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 Airframe INSPECTION DISP:AS REQUIRE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6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2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PROPELLER OVERSPEED GOVERNOR - WOODWAR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6.6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0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5.5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 R1 Airframe SB - 8 DISP:OPE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5.3 Cycles: 544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675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741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11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19.8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40">
  <a:themeElements>
    <a:clrScheme name="Theme4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0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