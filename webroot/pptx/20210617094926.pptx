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presProps" Target="presProps.xml"/>
  <Relationship Id="rId7" Type="http://schemas.openxmlformats.org/officeDocument/2006/relationships/viewProps" Target="viewProps.xml"/>
  <Relationship Id="rId8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2957639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 Airframe INSPECTION DISP:FAR 91.17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9.9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 Airframe INSPECTION DISP: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1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1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1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 Airframe INSPECTION DISP: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1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0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8953500" cy="2047875"/>
          <a:chOff x="142875" y="142875"/>
          <a:chExt cx="8953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8810625" cy="1905000"/>
        </p:xfrm>
        <a:graphic>
          <a:graphicData uri="http://schemas.openxmlformats.org/drawingml/2006/table">
            <a:tbl>
              <a:tblPr firstRow="1" bandRow="1"/>
              <a:tblGrid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  <a:gridCol w="881063"/>
              </a:tblGrid>
              <a:tr h="361950">
                <a:tc gridSpan="10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2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, COMPONENT & ITEM TYP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SN/TSO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8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0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0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 Airframe INSPECTION DISP: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90.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74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98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 Airframe INSPECTION DISP:AS REQUIRE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 Airframe INSPECTION DISP:OVERHAU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8.4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 Airframe INSPECTION DISP:LUBRIC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14 ]]></a:t>
                      </a:r>
                      <a:r>
                        <a:rPr lang="en-US" sz="7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6.3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 Airframe SB - 8 DISP:OPE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6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22.4 Cycles: 546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7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18 ]]></a:t>
                      </a:r>
                      <a:r>
                        <a:rPr lang="en-US" sz="7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92.7 ]]></a:t>
                      </a:r>
                      <a:r>
                        <a:rPr lang="en-US" sz="7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83">
  <a:themeElements>
    <a:clrScheme name="Theme83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83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83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3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2021-06-17T14:49:25Z</dcterms:created>
  <dcterms:modified xsi:type="dcterms:W3CDTF">2021-06-17T14:49:25Z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