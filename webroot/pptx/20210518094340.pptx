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036529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M GROUP Airframe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3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a Airframe INSPECTION DISP:5-2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"A" 200 FH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 Airframe INSPECTION DISP:FAR 91.17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04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1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1-20-00 Airframe INSPECTION DISP:OPERATIONA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CKPIT BLOWER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3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0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RTER BRUSH, BRUSH HOLDERS, AND SPRINGS - INSPECT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3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0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ARTER/GENERATOR AIR COOLING DUCTS - INSPECT FOR GENERAL CONDITION, PRESENCE OF KINK, DAMAGES AND OBSTUCTIONS. INSPECT THE COOLING DUCTS FOR PROPER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 BRUSHES, BRUSH HOLDERS, AND SPRINGS - INSPECT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3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1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INSPECT GROUNDING CONNECTION. INSPECT PLATE AND BAY FOR CORROS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6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ORTABLE FIRE EXTINGUISHER - VISUAL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40-00 Airframe INSPECTION DISP: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RIZONTAL STABILIZER TRIM SYSTEM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LUBRIC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BOARD FLAP SCREWJACKS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3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81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81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81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81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3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ALL WARNING - INSPECT FOR SLOT CLEANLINESS AND FREEDOM OF MOVEMENT OF THE ANGLE OF ATTACK TRANSMITT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30-00 Airframe INSPECTION DISP: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ALL WARNING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9-1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YDRAULIC PRESSURIZATION LINES - INSPECT FITTINGS AND THE 4-WAY CONNECTOR FOR SECURITY OF INSTALLATION. REMOVE AND CLEAN RELIEF VALVE, CHECK VALVE AND ORIFIC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0-1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WING A/I PROTECTION VALVES - BARBER COLEMA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21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39.3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0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ACELLES INERTIAL SEPARATOR VANES - VISUAL INSPECTION OF ALL HONEYCOMB BASED STRUCTURES/PANEL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00-00 Airframe INSPECTION DISP: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ANDING GEAR - OPERATIONAL TEST INCLUDING HAND PUMP GEAR EXS CHECK FOR PROPER OPER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2-50-00 Airframe INSPECTION DISP:LIFE LIMI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FILTER - FACET ENTERPRISE - REPLACE FILTER EL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0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4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IRES - INSPECT FOR WEAR, CUTS, INFLATION, CLENLINESS, AND EVIDENCE OF DAMAG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1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LANDING GEAR (MLG) STRUTS - CHECK NITROGEN PRESSUR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41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LANDING GEAR (MLG) WHEELS - INSPECT FOR GENERAL CONDITION AND SECURITY OF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OSE LANDING GEAR (NLG) STRUT - CHECK NITROGEN PRESSUR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41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OSE LANDING GEAR (NLG) WHEELS - INSPECT FOR GENERAL CONDITION AND SECURITY OF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3-00-00 Airframe INSPECTION DISP: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XTERNAL LIGHTS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 Airframe INSPECTION DISP:AS REQUIRE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21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9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6-11-00 Airframe INSPECTION DISP:DRAI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ABIN DOOR SEAL INFLATING SYSTEM - DRAI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1-0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USELAGE - CHECK THE FUSELAGE EXTERNAL DRAIN POINTS AND DRAIN THE BELL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3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5-0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RIZONTAL STABILIZER ASSEMBLY - VISUAL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5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LEVATOR - VISUAL INSPECTION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7-4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WING LEADING EDGES (POLISHED) - VISUAL EXTERNAL INSPECTION SURFACE FOR CORROSION/OXIDATION AND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1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OPELLERS - INSPECT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1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NGINE MOUNTS AND VIBRATION ISOLATORS - INSPECT ENGINES MOUNTS CRADLE AND THE VIBRATION ISOLATO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1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NGINE MOUNT ELECTRICAL BONDING CONNECTIONS - INSPECT THE ENGINES MOUNTS ELECTRICAL BONDING FOR DAMAGE, SECURITY OF INSTALLATION, AND AABSENCE OF CORROS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MINO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8.1 Cycles: 7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1 INSPECTION DISP:BORESCOP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ERIODIC BORESCOPE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8.1 Cycles: 7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5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-10-00.72-00-00 Engine 2 INSPECTION DISP:HSI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HOT SECTION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4.3 Cycles: 7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23/2017 Hours: 8655.2 Cycles: 66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3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OWER TURBINE BLADES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4.3 Cycles: 7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MINO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4.3 Cycles: 7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2 INSPECTION DISP:BORESCOP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ERIODIC BORESCOPE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4.3 Cycles: 7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5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72-00-00 Engine 1 INSPECTION DISP:HSI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HOT SECTION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8.1 Cycles: 7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23/2017 Hours: 8599 Cycles: 660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00.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47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OWER TURBINE BLAD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8.1 Cycles: 7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00-00 Engine 1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FUEL NOZZLE LEAK AND FUNCTION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8.1 Cycles: 7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5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FUEL PUMP INLET SCREE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8.1 Cycles: 7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 Engine 1 INSPECTION DISP:LIFE LIMI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FUEL PUMP OUTLET FILTER - REPLAC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8.1 Cycles: 7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73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3 FILTER CLEAN OR REPLA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8.1 Cycles: 7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7/2018 Hours: 8680 Cycles: 666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31.9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7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3 FILTER CLEAN AND 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8.1 Cycles: 7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00-00 Engine 2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FUEL NOZZLE LEAK AND FUNCTION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4.3 Cycles: 7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5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FUEL PUMP INLET SCREEN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4.3 Cycles: 7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7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3 FILTER CLEAN AND 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4.3 Cycles: 7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73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3 FILTER CLEAN OR REPLA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4.3 Cycles: 7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25/2013 Hours: 8736.2 Cycles: 666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736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31.9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 Engine 2 INSPECTION DISP:LIFE LIMI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FUEL PUMP OUTLET FILTER REPLAC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4.3 Cycles: 7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IB & OB SPARK IGNITE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8.1 Cycles: 7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5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IB & OB IGNITION CABL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8.1 Cycles: 7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5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IGNITION EXCITER ASSEMBL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8.1 Cycles: 7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5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IB & OB IGNITION CABL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4.3 Cycles: 7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5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IB & OB SPARK IGNITE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4.3 Cycles: 7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5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IGNITION EXCITER ASSEMBL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4.3 Cycles: 7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5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2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OIL FILTE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4.3 Cycles: 7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0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OIL SCAVENGE PUMP INLET SCREEN - INSPECTION (LOW HUMIDITY)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4.3 Cycles: 7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23/2017 Hours: 8655.2 Cycles: 66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55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50.9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2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OIL FILTE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8.1 Cycles: 7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0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OIL SCAVENGE PUMP INLET SCREEN INSPECTION (LOW HUMIDITY)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8.1 Cycles: 7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23/2017 Hours: 8599 Cycles: 660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9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50.9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 R1 Airframe SB - 8 DISP:OPE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675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741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18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33.3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00 Airframe SB - 8 DISP:RECURRING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art B  First Outboard Flap Control Rod Inspection - Part B - RECURRENT Inspection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81.8 Cycles: 54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Cycles: 2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01.5 Cycles: 55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7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Cycles: 1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81">
  <a:themeElements>
    <a:clrScheme name="Theme8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1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2021-05-18T14:43:40Z</dcterms:created>
  <dcterms:modified xsi:type="dcterms:W3CDTF">2021-05-18T14:43:40Z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