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237275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 Airframe INSPECTION DISP:FAR 91.17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5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 Airframe INSPECTION DISP: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0/2020 Hours: 6730.5 Cycles: 53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0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25.8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 Airframe INSPECTION DISP:AS REQUIRE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6.6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0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 Airframe SB - 8 DISP:OPE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11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19.8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91">
  <a:themeElements>
    <a:clrScheme name="Theme9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