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Default Extension="gif" ContentType="image/gif"/>
  <Default Extension="jpg" ContentType="image/jpeg"/>
  <Default Extension="jpeg" ContentType="image/jpeg"/>
  <Default Extension="png" ContentType="image/png"/>
  <Default Extension="xlsx" ContentType="application/vnd.openxmlformats-officedocument.spreadsheetml.sheet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</p:sldIdLst>
  <p:sldSz cx="9144000" cy="6858000" type="screen4x3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presProps" Target="presProps.xml"/>
  <Relationship Id="rId7" Type="http://schemas.openxmlformats.org/officeDocument/2006/relationships/viewProps" Target="viewProps.xml"/>
  <Relationship Id="rId8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2372758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 Airframe INSPECTION DISP:FAR 91.17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5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7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1-00 Airframe INSPECTION DISP: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CONCORDE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0/2020 Hours: 6730.5 Cycles: 53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0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68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68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68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68.2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0-1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WING A/I PROTECTION VALVES - BARBER COLEMA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21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25.8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 Airframe INSPECTION DISP:AS REQUIRE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6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6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2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PROPELLER OVERSPEED GOVERNOR - WOODWAR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6.6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0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5.5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 R1 Airframe SB - 8 DISP:OPE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895.3 Cycles: 544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675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741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11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19.8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91">
  <a:themeElements>
    <a:clrScheme name="Theme9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91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91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3</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" baseType="lpstr">
      <vt:lpstr>Office Theme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Unknown Creator</dc:creator>
  <cp:lastModifiedBy>Unknown Creator</cp:lastModifiedBy>
  <dcterms:created xsi:type="dcterms:W3CDTF">2021-06-10T20:21:24Z</dcterms:created>
  <dcterms:modified xsi:type="dcterms:W3CDTF">2021-06-10T20:21:24Z</dcterms:modified>
  <dc:title>Untitled Presentation</dc:title>
  <dc:description/>
  <dc:subject/>
  <cp:keywords/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