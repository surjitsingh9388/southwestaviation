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1578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a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"A" 200 FH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31/2017 Hours: 8178.7 Cycles: 62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37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1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IOR PLACARDS AND DECALS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PLANE ID PLATE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IOR PLACARDS, DECALS, AND MARKINGS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LEED AIR DUCTS LEAKAGE MONITORING SYSTEM - FUNCTIONAL CHECK OF ELECTRICAL CIRCUITRY AND THERMAL SWITC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AROMETRIC PRESSURE SWITCH - TEST BEN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CKPIT BLOWER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852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NTENNA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ROUND FAULT INTERRUPTER - TEST, THROUGH "TEST GFI" BUTTON ON THE UN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12/2013 Hours: 7411.7 Cycles: 57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411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RTER/GENERATOR AIR COOLING DUCTS - INSPECT FOR GENERAL CONDITION, PRESENCE OF KINK, DAMAGES AND OBSTUCTIONS. INSPECT THE COOLING DUCT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1/28/2021 Hours: 835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INSTALLATION - INSPECT GROUNDING CONNECTION. INSPECT PLATE AND BAY FOR CORROSION. INSPECT TEMPERATURE SYSTEM CONNECTOR. INSPECT FOR SPEW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INSTALLATION - TEMPERATURE INDICATION OPERATIONAL TEST (MF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QUICK DISCONNECT PLUG - INSPECT THE QUICK DISCONNECT PLUG INTERNAL COMPONENTS QUICK DISCONNECT PLUG TERMINAL TORQUE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ERGENCY POWER UNIT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, FLIGHT, AND BAGGAGE COMPARTMENT INSPECTION - INSPECT FOR OBJECTS THAT MIGHT FOUL THE AIRPLANE CONTRO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03/2021 Hours: 8357.8 Cycles: 639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IRST AID KIT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FIRE EXTINGUISHING BOTTLE - VISUAL INSPECTION AND WEIGHT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FIRE EXTINGUISHING BOTTLE - VISUAL INSPECTION AND WEIGHT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IRE EXTINGUISHING ELECTRICAL CIRCUIT - CHECK FOR CONTINU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WD FLAP ACTUATORS AND FITTINGS - VISUAL INSPECTION FOR GENERAL CONDITION AND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TRIM SYSTEM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CONTROL SYSTEM - CHECK SMOOTH TRAVEL WITH STABILIZER AT -4.5 DEG (SPRING AT NEUTRAL CONDITION) AND VERIFY SPRING PROPER EFFECTIVENESS WITH STABILIZER AT FULL UP AND FULL DOW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LAP SYSTEM - OPERATIONAL TEST (FUNCTIONAL TEST IF FLAPS REMOVE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LIGHT CONTROLS - CHECK FOR SMOOTH TRAVEL. CHECK SURFACES ELECTRICAL BONDING AND STOP EFFECTIVENESS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9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YDRAULIC POWER PACKAGE ELECTRIC MOTOR - VICKERS - CHECK BRUSHES FOR WEA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21/2004 Hours: 7777.1 Cycles: 594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37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1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OPERATIONAL TEST INCLUDING HAND PUMP GEAR EXS CHECK FOR PROPER OPER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Cycles: 65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Cycles: 1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IRES - INSPECT FOR WEAR, CUTS, INFLATION, CLENLINESS, AND EVIDENCE OF DAM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STRUTS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STRUT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NAL LIGHTS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ITOT TUBES, STATIC PORTS AND LINES - INSPECT FOR GENERAL CONDITION AND SECURITY OF INSTALLATION; PERFORM PILOT AND COPILOT LINES CHECK AND CLEAN. PERFORM PILOT AND COPILOT HOLE CLEAN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-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7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4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VSM AIR DATA SYSTEM (RVSM OPERATIONS) - GROUND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VSM CRITICAL REGION (RVSM OPERATIONS)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. BY INSTRUMENT ISI GH3100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920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4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CAS I SYSTEM - SYSTEM TEST (AUTOTEST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AVIGATION SYSTEM ANTENNA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ASS CARD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BAROMETRIC PRESSURE SWITCH - CABIN BAROMETRIC PRESSURE SWITCH - BENCH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SYSTEM THREE POSITION VALVE - PACIFIC PRECI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1/2016 Hours: 7956.7 Cycles: 60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MOKE GOGGLES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1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- CHECK THE FUSELAGE EXTERNAL DRAIN POINTS AND DRAIN THE BEL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520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4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BELLY INTERNAL - CENTRAL BAYS - DRAIN HOLES CHECK AND CLEAN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8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AILCONE SKINS - VISUAL INSPECTION OF STRINGER/SKIN JOINTS/EXTERNAL SKIN FOR CRACKS AND CORROSION. VISUAL INSPECTION OF BULKHEAD FAIRLEADS FOR PROPER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8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ETALLIC TAIL CONE (INCLUDING VERTICAL STABILIZER) - VISUAL INSPECTION OF OUTER SKIN FOR CRACKS AND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BAY AREA -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BAY AREA -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ASSEMBLY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- VISUAL INSPECTION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WING LEADING EDGES (POLISHED) - VISUAL EXTERNAL INSPECTION SURFACE FOR CORROSION/OXIDATION AND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- HARTZELL - BLADE INSPECTION AND CORROSION REMOVAL IF NECESSAR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13/2020 Hours: 594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3-Aug-2021 Hours: 614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1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5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46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7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FEATHER HIGH AND LOW TORQUE PRESSURE SWITCHES - BENCH CALIBRATION OR PERFORM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S AND VIBRATION ISOLATORS - INSPECT ENGINES MOUNTS CRADLE AND THE VIBRATION ISOLA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 ELECTRICAL BONDING CONNECTIONS - INSPECT THE ENGINES MOUNTS ELECTRICAL BONDING FOR DAMAGE, SECURITY OF INSTALLATION, AND AABSENCE OF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S - INSPECT FOR PROPER INSTALLATION. INSPECT FOR FUEL AND OIL LEAKS. INSPECT HOSES, TUBING, CLAMPS, ELECTRICAL CONNECTORS AND ENGINE ACCESSORIE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1/2011 Hours: 6095.5 Cycles: 560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095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9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 **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8181.9 Cycles: 626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841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45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2021-06-28T16:58:30Z</dcterms:created>
  <dcterms:modified xsi:type="dcterms:W3CDTF">2021-06-28T16:58:30Z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