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2040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32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1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7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0/2020 Hours: 6701.5 Cycles: 53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Nov-2021 Cycles: 549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5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1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5.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3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7-20-13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D-2014-09-04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69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5 R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CURRENT 200 FH Flight Control Tap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20/2019 Hours: 6384.2 Cycles: 501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4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249 R3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eering Manifold - Leakage Test, RECURRENT Part A2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Cycles: 53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6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8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86">
  <a:themeElements>
    <a:clrScheme name="Theme8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6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2021-06-28T18:15:31Z</dcterms:created>
  <dcterms:modified xsi:type="dcterms:W3CDTF">2021-06-28T18:15:31Z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