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</p:sldIdLst>
  <p:sldSz cx="12192000" cy="6667500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presProps" Target="presProps.xml"/>
  <Relationship Id="rId8" Type="http://schemas.openxmlformats.org/officeDocument/2006/relationships/viewProps" Target="viewProps.xml"/>
  <Relationship Id="rId9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3920404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5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1-5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REON AIR CONDITIONING SYSTEM CONDENSER/COMPRESSOR ELECTRICAL MOTOR - INSPECT BRUSH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06/2019 Hours: 6365.4 Cycles: 49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5.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32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BATTERY - CONCORDE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0/2020 Hours: 6730.5 Cycles: 53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UDDER CONTROL SYSTEM - INSPECT THE CABLES PASSAGES THROUGH THE REAR PRESSURIZED BULKHEAD SECTION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UDDER CONTROL SYSTEM - INSPECT THE ATTACHMENT OF THE CABLES TO THE COCKPIT SECTO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LERON CONTROL SYSTEM - CHECK PLA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LERON CONTROL SYSTEM - INSPECT THE ATTACHMENT OF THE CABLES TO THE COCKPIT SECTORS (CONTROL WHEELS). INSPECT THE CABLES PASSAGES THROUGH THE REAR PRESSURIZED BULKHEAD SECTION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30/2010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8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NDBY FUEL BOOSTER PUMP - PARK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5218.3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1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0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WING A/I PROTECTION VALVES - BARBER COLEMA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21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75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ANDING GEAR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Cycles: 1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Cycle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Cycles: 549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5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Cycles: 1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34-6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6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1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PROPELLER OVERSPEED GOVERNOR - WOODWAR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6.6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0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45.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OPELLERS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1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2 Hours: 696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3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-2017-20-13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CURRENT 200 FH Flight Control Tap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20/2019 Hours: 6384.2 Cycles: 501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4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-2014-09-04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eering Manifold - Leakage Test RECURRENT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Cycles: 53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6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3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 R1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675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741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469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5 R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CURRENT 200 FH Flight Control Tap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20/2019 Hours: 6384.2 Cycles: 501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4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249 R3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eering Manifold - Leakage Test, RECURRENT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Cycles: 53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6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3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86">
  <a:themeElements>
    <a:clrScheme name="Theme86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86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86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