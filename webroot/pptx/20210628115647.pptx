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1568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 DAY VOR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3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3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0 Hours: 7780.6 Cycles: 60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4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 135.185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 WEIGH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ESSURIZATION SYSTEM PRIMARY OUTFLOW VALVE FILTER ELEMENT - ALLIED SIGNA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130.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20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AROMETRIC PRESSURE SWITCH - TEST BEN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LOWER (INCLUDING BRUSHES) - ELECTROME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4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1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PILOT SYSTEM - INSPECT THE F.G.P.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24/2019 Hours: 7610.1 Cycles: 59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Hours: 8210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PILOT SYSTEM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24/2019 Hours: 7610.1 Cycles: 59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Hours: 8210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00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3-7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VR UNDERWATER ACOUSTIC BEACON DUKANE DK120 - CLEAN AND PERFORM BATTERY CHECK - PERFORM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911.6 Cycles: 618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5/2021 Hours: 7975.4 Cycles: 622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ERGENCY LOCATOR TRANSMITTER (ELT) - 12 MONTH INSPECTION - FAR 91.207(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19/2020 Hours: 7780.6 Cycles: 609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MAIN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MAIN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8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NDBY FUEL BOOSTER PUMP - PARK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7/2012 Hours: 5774.1 Cycles: 45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3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74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4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NOSE LANDING GEAR (NLG) WHEELS - BF GOODRI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03/2017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1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3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NOSE LANDING GEAR (NLG) WHEELS - BF GOODRI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03/2017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1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3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7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MAIN FITTING - DOW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4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8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29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-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MAIN FITTING - DOW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5/2018 Hours: 73453.2 Cycles: 574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8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ycles: 629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Cycles: -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-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7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4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TIC PORTS (RVSM OPERATIONS) - OUTER PLATE AND INNER PORT STEP HEIGHT MEASUR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GNETIC COMPASS - INSPECT FOR GENERAL CONDITION. ADJUSTMENT/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BAROMETRIC PRESSURE SWITCH - CABIN BAROMETRIC PRESSURE SWITCH - BENCH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02/2019 Hours: 7530.6 Cycles: 59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Jun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-0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CYLINDER - SCOTT AVI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01/2006 Hours: 7344.1 Cycles: 573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Months: 1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OVERSPEED GOVERNOR - WOODWARD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04/2019 Hours: 7698.9 Cycles: 60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5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293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83.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- HARTZELL - BLADE INSPECTION AND CORROSION REMOVAL IF NECESSAR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03/2021 Hours: 5822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-Feb-2022 Hours: 6022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7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5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8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INLET SCREEN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FUEL PUMP OUTLET FILTER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CLEAN OR REPLA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7/16/2011 Hours: 6263.5 Cycles: 48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63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50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OIL FILTE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749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15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749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157.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47.1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FUEL PUMP INLET SCREEN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MINOR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P3 FILTER -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- FUEL PUMP OUTLET FILTER - REPLACEMEN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3-10-0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3 FILTER - CLEAN AND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POWER TURBINE BLADES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7014.9 Cycles: 538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721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490JD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M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9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OIL FILTER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/21/2020 Hours: 9823 Cycles: 740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4">
  <a:themeElements>
    <a:clrScheme name="Theme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2021-06-28T16:56:47Z</dcterms:created>
  <dcterms:modified xsi:type="dcterms:W3CDTF">2021-06-28T16:56:47Z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