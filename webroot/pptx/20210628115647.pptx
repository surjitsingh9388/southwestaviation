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  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2192000" cy="6667500"/>
  <p:notesSz cx="6858000" cy="9144000"/>
  <p:defaultTextStyle>
    <a:defPPr>
      <a:defRPr lang="fr-FR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 lastView="sldView">
  <p:slideViewPr>
    <p:cSldViewPr>
      <p:cViewPr>
        <p:scale>
          <a:sx d="100" n="100"/>
          <a:sy d="100" n="100"/>
        </p:scale>
        <p:origin x="0" y="0"/>
      </p:cViewPr>
    </p:cSldViewPr>
  </p:slideViewPr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slide" Target="slides/slide5.xml"/>
  <Relationship Id="rId8" Type="http://schemas.openxmlformats.org/officeDocument/2006/relationships/slide" Target="slides/slide6.xml"/>
  <Relationship Id="rId9" Type="http://schemas.openxmlformats.org/officeDocument/2006/relationships/presProps" Target="presProps.xml"/>
  <Relationship Id="rId10" Type="http://schemas.openxmlformats.org/officeDocument/2006/relationships/viewProps" Target="viewProps.xml"/>
  <Relationship Id="rId11" Type="http://schemas.openxmlformats.org/officeDocument/2006/relationships/tableStyles" Target="tableStyles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313915680" r:id="rId1"/>
  </p:sldLayoutIdLst>
  <p:txStyles>
    <p:titleStyle>
      <a:lvl1pPr algn="ctr">
        <a:defRPr sz="4400" kern="1200">
          <a:solidFill>
            <a:schemeClr val="lt1"/>
          </a:solidFill>
        </a:defRPr>
      </a:lvl1pPr>
      <a:extLst/>
    </p:titleStyle>
    <p:bodyStyle>
      <a:lvl1pPr algn="ctr" indent="-324900">
        <a:defRPr sz="3200" kern="1200">
          <a:solidFill>
            <a:schemeClr val="tx1"/>
          </a:solidFill>
        </a:defRPr>
      </a:lvl1pPr>
      <a:extLst/>
    </p:bodyStyle>
    <p:otherStyle>
      <a:defPPr algn="ctr">
        <a:defRPr kern="1200">
          <a:solidFill>
            <a:schemeClr val="tx1"/>
          </a:solidFill>
        </a:defRPr>
      </a:defPPr>
      <a:extLst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logo1.png"/>
  <Relationship Id="rId3" Type="http://schemas.openxmlformats.org/officeDocument/2006/relationships/image" Target="../media/background_0.jpg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95250" y="5715000"/>
          <a:ext cx="3905250" cy="6667500"/>
          <a:chOff x="95250" y="5715000"/>
          <a:chExt cx="3905250" cy="6667500"/>
        </a:xfrm>
      </p:grpSpPr>
      <p:pic>
        <p:nvPicPr>
          <p:cNvPr id="1" name="SWAS Logo" descr="SWA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" y="5715000"/>
            <a:ext cx="3810000" cy="952500"/>
          </a:xfrm>
          <a:prstGeom prst="rect">
            <a:avLst/>
          </a:prstGeom>
          <a:effectLst>
            <a:outerShdw blurRad="57150" dist="95250" dir="2700000" algn="br" rotWithShape="0">
              <a:srgbClr val="000000">
                <a:alpha val="50%"/>
              </a:srgbClr>
            </a:outerShdw>
          </a:effectLst>
        </p:spPr>
      </p:pic>
    </p:spTree>
  </p:cSld>
  <p:clrMapOvr>
    <a:masterClrMapping/>
  </p:clrMapOvr>
  <p:transition advClick="0" advTm="5000">
    <p:cover dir="r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Day VOR Check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DAY VOR CHECK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6/13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3-Jul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1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M GROUP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M GROUP COMPLIANC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1/20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1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M GROUP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M GROUP COMPLIANC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19/2020 Hours: 7780.6 Cycles: 609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y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M GROUP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M GROUP COMPLIANC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6/02/201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4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AR 135.185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 WEIGHING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6/05/2018 Hours: 7353.2 Cycles: 574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1-3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RESSURIZATION SYSTEM PRIMARY OUTFLOW VALVE FILTER ELEMENT - ALLIED SIGNAL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6/02/2019 Hours: 7530.6 Cycles: 591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8130.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0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1-3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ABIN BAROMETRIC PRESSURE SWITCH - TEST BENCH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6/02/2019 Hours: 7530.6 Cycles: 591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1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ABIN BLOWER (INCLUDING BRUSHES) - ELECTROMECH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27/2012 Hours: 5774.1 Cycles: 452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8174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64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2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UTOPILOT SYSTEM - INSPECT THE F.G.P. FOR GENERAL CONDITION AND SECURITY OF INSTALL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6/24/2019 Hours: 7610.1 Cycles: 592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Hours: 8210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2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UTOPILOT SYSTEM - INSPECT FOR GENERAL CONDITION AND SECURITY OF INSTALL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6/24/2019 Hours: 7610.1 Cycles: 592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Hours: 8210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3-7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VR UNDERWATER ACOUSTIC BEACON DUKANE DK120 - CLEAN AND PERFORM BATTERY CHECK - PERFORM 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6/02/2019 Hours: 7530.6 Cycles: 591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BATTERY - CONCORDE - CAPACITY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1/2020 Hours: 7911.6 Cycles: 618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5-6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LT (AF) TYPE 503 - TECHTEST - 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5/2021 Hours: 7975.4 Cycles: 622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5-6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MERGENCY LOCATOR TRANSMITTER (ELT) - 12 MONTH INSPECTION - FAR 91.207(d)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19/2020 Hours: 7780.6 Cycles: 609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y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8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MAIN FUEL BOOSTER PUMP - PARK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7/2012 Hours: 5774.1 Cycles: 452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3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8274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64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8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MAIN FUEL BOOSTER PUMP - PARK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7/2012 Hours: 5774.1 Cycles: 452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3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8274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64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8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STANDBY FUEL BOOSTER PUMP - PARK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7/2012 Hours: 5774.1 Cycles: 452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3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8274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64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8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STANDBY FUEL BOOSTER PUMP - PARK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7/2012 Hours: 5774.1 Cycles: 452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3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8274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64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32-4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NOSE LANDING GEAR (NLG) WHEELS - BF GOODRICH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03/2017 Hours: 7344.1 Cycles: 573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ycles: 15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ycles: 638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Cycles: 7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32-4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NOSE LANDING GEAR (NLG) WHEELS - BF GOODRICH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03/2017 Hours: 7344.1 Cycles: 573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ycles: 15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ycles: 638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Cycles: 7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-00-00.32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OSE LANDING GEAR (NLG) MAIN FITTING - DOWT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6/05/2018 Hours: 73453.2 Cycles: 574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ycles: 685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ycles: 629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Cycles: -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-00-00.32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OSE LANDING GEAR (NLG) MAIN FITTING - DOWT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6/05/2018 Hours: 73453.2 Cycles: 574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ycles: 685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ycles: 629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Cycles: -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AR-91.34-6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GPS/FMS DATABASE UPDATE IAW AC90-1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6/17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4-Jul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16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4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TATIC PORTS (RVSM OPERATIONS) - OUTER PLATE AND INNER PORT STEP HEIGHT MEASUREMEN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6/02/2019 Hours: 7530.6 Cycles: 591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4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AGNETIC COMPASS - INSPECT FOR GENERAL CONDITION. ADJUSTMENT/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6/02/2019 Hours: 7530.6 Cycles: 591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5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XYGEN BAROMETRIC PRESSURE SWITCH - CABIN BAROMETRIC PRESSURE SWITCH - BENCH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6/02/2019 Hours: 7530.6 Cycles: 591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-00-00.35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XYGEN CYLINDER - SCOTT AVI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7/01/2006 Hours: 7344.1 Cycles: 573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8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Jul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Months: 1 ]]></a:t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3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61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PROPELLER OVERSPEED GOVERNOR - WOODWARD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04/2019 Hours: 7698.9 Cycles: 601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5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8293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83.6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61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PROPELLER - HARTZELL - BLADE INSPECTION AND CORROSION REMOVAL IF NECESSAR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2/03/2021 Hours: 5822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-Feb-2022 Hours: 6022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7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5 ]]></a:t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8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2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POWER TURBINE BLADES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1/2020 Hours: 9823 Cycles: 740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2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2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MINOR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1/2020 Hours: 7014.9 Cycles: 538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214.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FUEL PUMP INLET SCREEN -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1/2020 Hours: 7014.9 Cycles: 538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214.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FUEL PUMP OUTLET FILTER REPLACEMEN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1/2020 Hours: 7014.9 Cycles: 538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214.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73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P3 FILTER CLEAN OR REPLAC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7/16/2011 Hours: 6263.5 Cycles: 482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2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50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9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OIL FILTER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1/2020 Hours: 7014.9 Cycles: 538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214.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457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180 Avanti II (SAFRAN LG): TAT Probe Heater Inhibition on Ground.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30/2019 Hours: 7497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Hours: 6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Hours: 8157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Months: -1 ]]></a:t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29 ]]></a:t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47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457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180 Avanti II (SAFRAN LG): TAT Probe Heater Inhibition on Ground.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30/2019 Hours: 7497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Hours: 6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Hours: 8157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Months: -1 ]]></a:t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29 ]]></a:t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47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MM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FUEL PUMP INLET SCREEN -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1/2020 Hours: 9823 Cycles: 740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2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MM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2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MINOR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1/2020 Hours: 9823 Cycles: 740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2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MM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10-07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P3 FILTER - CLEAN AND 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1/2020 Hours: 9823 Cycles: 740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2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MM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FUEL PUMP OUTLET FILTER - REPLACEMEN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1/2020 Hours: 9823 Cycles: 740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2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MM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10-07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P3 FILTER - CLEAN AND 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1/2020 Hours: 7014.9 Cycles: 538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214.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MM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2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POWER TURBINE BLADES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1/2020 Hours: 7014.9 Cycles: 538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214.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MM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9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OIL FILTER -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1/2020 Hours: 9823 Cycles: 740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2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theme/theme1.xml><?xml version="1.0" encoding="utf-8"?>
<a:theme xmlns:a="http://schemas.openxmlformats.org/drawingml/2006/main" name="Theme4">
  <a:themeElements>
    <a:clrScheme name="Theme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4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4">
      <a:fillStyleLst>
        <a:solidFill>
          <a:schemeClr val="phClr"/>
        </a:solidFill>
        <a:gradFill rotWithShape="1">
          <a:gsLst>
            <a:gs pos="0%">
              <a:schemeClr val="phClr">
                <a:tint val="50%"/>
                <a:satMod val="300%"/>
              </a:schemeClr>
            </a:gs>
            <a:gs pos="35%">
              <a:schemeClr val="phClr">
                <a:tint val="37%"/>
                <a:satMod val="300%"/>
              </a:schemeClr>
            </a:gs>
            <a:gs pos="100%">
              <a:schemeClr val="phClr">
                <a:tint val="15%"/>
                <a:satMod val="350%"/>
              </a:schemeClr>
            </a:gs>
          </a:gsLst>
          <a:lin ang="16200000" scaled="1"/>
        </a:gradFill>
        <a:gradFill rotWithShape="1">
          <a:gsLst>
            <a:gs pos="0%">
              <a:schemeClr val="phClr">
                <a:shade val="51%"/>
                <a:satMod val="130%"/>
              </a:schemeClr>
            </a:gs>
            <a:gs pos="80%">
              <a:schemeClr val="phClr">
                <a:shade val="93%"/>
                <a:satMod val="130%"/>
              </a:schemeClr>
            </a:gs>
            <a:gs pos="100%">
              <a:schemeClr val="phClr">
                <a:shade val="94%"/>
                <a:satMod val="135%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%"/>
              <a:satMod val="105%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h="25400" w="63500"/>
          </a:sp3d>
        </a:effectStyle>
      </a:effectStyleLst>
      <a:bgFillStyleLst>
        <a:solidFill>
          <a:schemeClr val="phClr"/>
        </a:solidFill>
        <a:gradFill rotWithShape="1">
          <a:gsLst>
            <a:gs pos="0%">
              <a:schemeClr val="phClr">
                <a:tint val="40%"/>
                <a:satMod val="350%"/>
              </a:schemeClr>
            </a:gs>
            <a:gs pos="40%">
              <a:schemeClr val="phClr">
                <a:tint val="45%"/>
                <a:shade val="99%"/>
                <a:satMod val="350%"/>
              </a:schemeClr>
            </a:gs>
            <a:gs pos="100%">
              <a:schemeClr val="phClr">
                <a:shade val="20%"/>
                <a:satMod val="255%"/>
              </a:schemeClr>
            </a:gs>
          </a:gsLst>
          <a:path path="circle">
            <a:fillToRect b="180%" l="50%" r="50%" t="-80%"/>
          </a:path>
        </a:gradFill>
        <a:gradFill rotWithShape="1">
          <a:gsLst>
            <a:gs pos="0%">
              <a:schemeClr val="phClr">
                <a:tint val="80%"/>
                <a:satMod val="300%"/>
              </a:schemeClr>
            </a:gs>
            <a:gs pos="100%">
              <a:schemeClr val="phClr">
                <a:shade val="30%"/>
                <a:satMod val="200%"/>
              </a:schemeClr>
            </a:gs>
          </a:gsLst>
          <a:path path="circle">
            <a:fillToRect b="50%" l="50%" r="50%" t="50%"/>
          </a:path>
        </a:gradFill>
      </a:bgFillStyleLst>
    </a:fmtScheme>
  </a:themeElements>
  <a:objectDefaults/>
  <a:extraClrSchemeLst/>
</a:theme>
</file>