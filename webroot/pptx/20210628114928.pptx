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91524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5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5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REON AIR CONDITIONING SYSTEM CONDENSER/COMPRESSOR ELECTRICAL MOTOR - INSPECT BRUSH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06/2019 Hours: 6365.4 Cycles: 49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5.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32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0/2020 Hours: 6730.5 Cycles: 53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ATTACHMENT OF THE CABLES TO THE COCKPIT SEC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CHECK PLA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INSPECT THE ATTACHMENT OF THE CABLES TO THE COCKPIT SECTORS (CONTROL WHEELS).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30/2010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5218.3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1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75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Cycles: 1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Cycle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Cycles: 549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5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1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6.6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0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45.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1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2 Hours: 696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3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7-20-13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4-09-04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469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5 R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249 R3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,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54">
  <a:themeElements>
    <a:clrScheme name="Theme5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4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